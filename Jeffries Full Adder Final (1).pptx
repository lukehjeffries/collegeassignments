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7d0e17ec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7d0e17ec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7d0e17ecb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7d0e17ecb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Each small IC’s holds 4 specific gates. We will not be needing all of them. To Build to </a:t>
            </a:r>
            <a:r>
              <a:rPr lang="en-GB"/>
              <a:t>breadboard</a:t>
            </a:r>
            <a:r>
              <a:rPr lang="en-GB"/>
              <a:t> and have </a:t>
            </a:r>
            <a:r>
              <a:rPr lang="en-GB"/>
              <a:t>LEDs</a:t>
            </a:r>
            <a:r>
              <a:rPr lang="en-GB"/>
              <a:t> that turn on to show that if wiring and the Full Adder works, we will follow the diagram. In which I have put each pin that directly </a:t>
            </a:r>
            <a:r>
              <a:rPr lang="en-GB"/>
              <a:t>corresponds</a:t>
            </a:r>
            <a:r>
              <a:rPr lang="en-GB"/>
              <a:t> to each port.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7d0e17ecb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7d0e17ecb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(XOr gates) 08’s are on the left, (And Gates) 86’s are in the middle , (OR Gates) 32’s are on the right.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change the wiring with connected to the Or gates to change which LED is on. With the wiring being grounded the closest </a:t>
            </a:r>
            <a:r>
              <a:rPr lang="en-GB"/>
              <a:t>bulb</a:t>
            </a:r>
            <a:r>
              <a:rPr lang="en-GB"/>
              <a:t> is on and with the wiring VCC ( </a:t>
            </a:r>
            <a:r>
              <a:rPr lang="en-GB"/>
              <a:t>Positive</a:t>
            </a:r>
            <a:r>
              <a:rPr lang="en-GB"/>
              <a:t> voltage) if changes the bulb to the farther one on the right. I also used 330 </a:t>
            </a:r>
            <a:r>
              <a:rPr lang="en-GB"/>
              <a:t>risistors to allow enough power through to light the bulb yet not brun it out </a:t>
            </a:r>
            <a:r>
              <a:rPr lang="en-GB"/>
              <a:t>immediately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Full Adder on a BreadBoard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Luke Jeffries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Explanation</a:t>
            </a:r>
            <a:r>
              <a:rPr lang="en-GB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440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Full Adder</a:t>
            </a:r>
            <a:r>
              <a:rPr lang="en-GB"/>
              <a:t> is a </a:t>
            </a:r>
            <a:r>
              <a:rPr lang="en-GB"/>
              <a:t>circuit containing two bits and a carry input and producing outputs of a sum and carry.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Required: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2 XOR Gate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2 And Gate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OR Gate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868950" y="342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Diagram: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5" title="Screenshot 2025-05-13 0105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50" y="1029850"/>
            <a:ext cx="4339901" cy="3326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title="xor-gate-and-gate-or-gate-pinou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9443" y="1230350"/>
            <a:ext cx="3404483" cy="3013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7650" y="490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Translating onto a breadboard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6" title="thumbnail_IMG_994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0" y="1670925"/>
            <a:ext cx="4472500" cy="26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title="thumbnail_IMG_9941.jpg"/>
          <p:cNvPicPr preferRelativeResize="0"/>
          <p:nvPr/>
        </p:nvPicPr>
        <p:blipFill rotWithShape="1">
          <a:blip r:embed="rId4">
            <a:alphaModFix/>
          </a:blip>
          <a:srcRect b="-7627" l="0" r="0" t="23067"/>
          <a:stretch/>
        </p:blipFill>
        <p:spPr>
          <a:xfrm>
            <a:off x="4656253" y="1784250"/>
            <a:ext cx="4143047" cy="26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